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apertura. Presentarsi come team. Riassumere brevemente: RistoManager è una SPA web per la gestione interna di un ristorante, sviluppata seguendo SCRUM.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il percorso della presentazione. 6 sezioni principali.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Sottolineare la semplicità architetturale: 3 file, nessuna dipendenza esterna, apri il browser e funziona subito.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Descrivere brevemente ogni modulo. Sottolineare la griglia visuale dei tavoli come elemento differenziante.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il pattern comune a tutte le 4 entità. Il ciclo è sempre: form → validazione → aggiorna array in memoria → localStorage → re-render.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che localStorage è una Web Storage API nativa del browser, senza necessità di installare nulla. I dati persistono tra riavvii del browser ma sono legati al browser e al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Enfatizzare la griglia visuale come elemento UX differenziante rispetto a un semplice campo numerico. La SPA navigation permette di non ricaricare mai la pagina.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il team e la pianificazione SCRUM. Sottolineare che ogni Sprint ha avuto un obiettivo chiaro e verificabile.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come le User Stories siano mappate direttamente sulle funzionalità implementate. Must Have = obbligatorio, Should Have = desiderabile.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conclusiva. Aprire il browser con index.html per la demo live. Invitare domande dal pubblico / commissione.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02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RistoManager Pro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di Gestione Ristorante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926080" y="3291840"/>
            <a:ext cx="329184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Progetto Esame — Metodologia SCRUM  |  Anno Acc. 2025/2026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97280" y="42062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A2D3D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42062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A2D3D"/>
          </a:solidFill>
          <a:ln/>
        </p:spPr>
      </p:sp>
      <p:sp>
        <p:nvSpPr>
          <p:cNvPr id="10" name="Text 7"/>
          <p:cNvSpPr/>
          <p:nvPr/>
        </p:nvSpPr>
        <p:spPr>
          <a:xfrm>
            <a:off x="29260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42062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A2D3D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42062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A2D3D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258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618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Panoramica del Progetto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Obiettivi, stack tecnologico, architettura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005840"/>
          </a:xfrm>
          <a:prstGeom prst="rect">
            <a:avLst/>
          </a:prstGeom>
          <a:solidFill>
            <a:srgbClr val="FE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3258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2618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Moduli Funzionali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16459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Prenotazioni, Menu, Ordini, Feedback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4963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 CRUD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 CREATE, READ, UPDATE, DELETE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4114800" cy="1005840"/>
          </a:xfrm>
          <a:prstGeom prst="rect">
            <a:avLst/>
          </a:prstGeom>
          <a:solidFill>
            <a:srgbClr val="FE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560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49631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Persistenza con localStorage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28803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Salvataggio e caricamento dati nel browser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4114800" cy="100584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947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7307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Interfaccia Utente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system, griglia tavoli, navigazione SPA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657600"/>
            <a:ext cx="4114800" cy="1005840"/>
          </a:xfrm>
          <a:prstGeom prst="rect">
            <a:avLst/>
          </a:prstGeom>
          <a:solidFill>
            <a:srgbClr val="FEF5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7947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37307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SCRUM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0" y="41148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Sprint, Backlog, User Stories, team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Panoramica del Progetto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RistoManager Pro è una Single Page Application (SPA) web che non richiede server, database esterno o installazione. Viene aperta direttamente nel browser e permette al personale di gestire tutte le operazioni del ristorante in tempo reale.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6B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514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127248"/>
            <a:ext cx="19202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3774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4E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514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66160" y="3127248"/>
            <a:ext cx="19202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framework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npm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build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3774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7A2B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514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3127248"/>
            <a:ext cx="19202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persistenti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Senza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Senza DB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4 Moduli Funzionali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A4E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984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Prenotazioni Tavoli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Selezione grafica tavolo 1–12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Nome, coperti, data/ora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CRUD completo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2984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Menu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937760" y="1874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Nome piatto e categoria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Prezzo con 2 decimali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categorie predefinite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30632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7A3B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461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Gestione Ordini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57200" y="3840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Comanda libera (textarea)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stati: Attesa → Prep. → Completato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Badge colorati per stato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0632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6B1A6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264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Clienti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4937760" y="3840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Nome opzionale / Anonimo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Valutazione 1–5 stelle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Commento obbligatorio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Operazioni CRUD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704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— CREATE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28600" y="19202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1C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itemData.id = 'p_' + Date.now()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db.prenotazioni.push(itemData)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saveAndRefresh(db, 'prenotazioni')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23160" y="10972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980B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7043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11704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READ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2423160" y="19202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1C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146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renderPrenotazioni(db.prenotazioni)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Popolamento tbody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via innerHTML dinamico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17720" y="10972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7043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11704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— UPDATE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617720" y="19202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1C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70916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idx = db[entity].findIndex(...)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db[entity][idx] = itemData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saveAndRefresh(db, entity)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812280" y="10972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7043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11704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DELETE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6812280" y="1920240"/>
            <a:ext cx="2011680" cy="1280160"/>
          </a:xfrm>
          <a:prstGeom prst="roundRect">
            <a:avLst>
              <a:gd name="adj" fmla="val 3571"/>
            </a:avLst>
          </a:prstGeom>
          <a:solidFill>
            <a:srgbClr val="1C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90372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db[entity] = db[entity]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.filter(i =&gt; i.id !== 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saveAndRefresh(db, entity)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28600" y="3337560"/>
            <a:ext cx="8686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1148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di vita di ogni operazione: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1148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C3E50"/>
          </a:solidFill>
          <a:ln/>
        </p:spPr>
      </p:sp>
      <p:sp>
        <p:nvSpPr>
          <p:cNvPr id="27" name="Text 21"/>
          <p:cNvSpPr/>
          <p:nvPr/>
        </p:nvSpPr>
        <p:spPr>
          <a:xfrm>
            <a:off x="41148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submit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874520" y="4059936"/>
            <a:ext cx="228600" cy="4572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9" name="Shape 23"/>
          <p:cNvSpPr/>
          <p:nvPr/>
        </p:nvSpPr>
        <p:spPr>
          <a:xfrm>
            <a:off x="210312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E67E22"/>
          </a:solidFill>
          <a:ln/>
        </p:spPr>
      </p:sp>
      <p:sp>
        <p:nvSpPr>
          <p:cNvPr id="30" name="Text 24"/>
          <p:cNvSpPr/>
          <p:nvPr/>
        </p:nvSpPr>
        <p:spPr>
          <a:xfrm>
            <a:off x="210312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566160" y="4059936"/>
            <a:ext cx="228600" cy="4572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2" name="Shape 26"/>
          <p:cNvSpPr/>
          <p:nvPr/>
        </p:nvSpPr>
        <p:spPr>
          <a:xfrm>
            <a:off x="379476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C3E50"/>
          </a:solidFill>
          <a:ln/>
        </p:spPr>
      </p:sp>
      <p:sp>
        <p:nvSpPr>
          <p:cNvPr id="33" name="Text 27"/>
          <p:cNvSpPr/>
          <p:nvPr/>
        </p:nvSpPr>
        <p:spPr>
          <a:xfrm>
            <a:off x="379476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Aggiorna db{}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257800" y="4059936"/>
            <a:ext cx="228600" cy="4572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5" name="Shape 29"/>
          <p:cNvSpPr/>
          <p:nvPr/>
        </p:nvSpPr>
        <p:spPr>
          <a:xfrm>
            <a:off x="548640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E67E22"/>
          </a:solidFill>
          <a:ln/>
        </p:spPr>
      </p:sp>
      <p:sp>
        <p:nvSpPr>
          <p:cNvPr id="36" name="Text 30"/>
          <p:cNvSpPr/>
          <p:nvPr/>
        </p:nvSpPr>
        <p:spPr>
          <a:xfrm>
            <a:off x="548640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localStorage.setItem()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949440" y="4059936"/>
            <a:ext cx="228600" cy="4572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8" name="Shape 32"/>
          <p:cNvSpPr/>
          <p:nvPr/>
        </p:nvSpPr>
        <p:spPr>
          <a:xfrm>
            <a:off x="7178040" y="38404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C3E50"/>
          </a:solidFill>
          <a:ln/>
        </p:spPr>
      </p:sp>
      <p:sp>
        <p:nvSpPr>
          <p:cNvPr id="39" name="Text 33"/>
          <p:cNvSpPr/>
          <p:nvPr/>
        </p:nvSpPr>
        <p:spPr>
          <a:xfrm>
            <a:off x="717804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Re-render tabella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Persistenza dei Dati con localStorage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8105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chiavi separate nel browser: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db_prenotazioni, db_menu,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db_ordini, db_feedback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5420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operazione C/U/D chiama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saveAndRefresh() che serializza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JSON.stringify()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273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All'avvio, JSON.parse() 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|| [] per array vuoti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23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005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apertura: dati mock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automatici per la demo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097280"/>
            <a:ext cx="4389120" cy="3749040"/>
          </a:xfrm>
          <a:prstGeom prst="roundRect">
            <a:avLst>
              <a:gd name="adj" fmla="val 1951"/>
            </a:avLst>
          </a:prstGeom>
          <a:solidFill>
            <a:srgbClr val="1C28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2344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Caricamento iniziale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db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prenotazioni: JSON.parse(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'db_prenotazioni')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|| [],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menu: JSON.parse(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localStorage.getItem(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'db_menu')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|| [],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ordini, feedback...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Salvataggio dopo ogni C/U/D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saveAndRefresh(db, entity)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'db_' + entity,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JSON.stringify(db[entity])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poi: render*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Interfaccia Utente — Elementi Distintivi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Griglia Visuale Tavoli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44168" y="15087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44168" y="15087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22576" y="15087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22576" y="15087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00984" y="15087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0984" y="15087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6712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1671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44168" y="216712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44168" y="21671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22576" y="216712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22576" y="21671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216712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00984" y="21671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82549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82549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44168" y="282549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44168" y="282549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10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22576" y="282549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22576" y="282549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11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00984" y="282549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00984" y="282549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Tavolo 12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Tavolo 4 selezionato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(classe .selected attiva)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1051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Navigazione SPA (no ricaricamento)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846320" y="153619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5361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Prenotazioni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97880" y="153619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8E8E8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15361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Menu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153619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8E8E8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15361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Ordini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01000" y="153619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8E8E8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15361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Feedback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Modalità Modifica Inline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365760" y="4041648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114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data-mode="insert"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vuoto, crea nuovo record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23160" y="4041648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14600" y="4114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data-mode="edit"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precompilato, aggiorna record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4632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Stati Ordine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4846320" y="4041648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ADBD8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4041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Attesa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4041648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D6EAF8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4041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Prep.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680960" y="4041648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D4EFDF"/>
          </a:solidFill>
          <a:ln/>
        </p:spPr>
      </p:sp>
      <p:sp>
        <p:nvSpPr>
          <p:cNvPr id="50" name="Text 48"/>
          <p:cNvSpPr/>
          <p:nvPr/>
        </p:nvSpPr>
        <p:spPr>
          <a:xfrm>
            <a:off x="7680960" y="4041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Completato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SCRUM — Pianificazione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Ruoli del Team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02336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527048"/>
            <a:ext cx="91440" cy="3200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backlog e accettazione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023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2057400"/>
            <a:ext cx="91440" cy="3200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39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0391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Facilitazione sprint, impedimenti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402336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587752"/>
            <a:ext cx="91440" cy="3200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9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Analista/Progettista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569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UML: Use Case, Classi, Sequenza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4023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118104"/>
            <a:ext cx="91440" cy="3200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998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Sviluppatori (1+2)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0998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 HTML/CSS/JS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4023360" cy="47548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648456"/>
            <a:ext cx="91440" cy="3200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30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Tester/Documentatore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3630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funzionali, documentazione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4023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4178808"/>
            <a:ext cx="91440" cy="32004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60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Responsabile Demo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e presentazione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 (6 Sprint)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754880" y="148132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527048"/>
            <a:ext cx="457200" cy="347472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5270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Avvio e Pianificazione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15087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22–24 giu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01168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1A4E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057400"/>
            <a:ext cx="457200" cy="347472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0574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2039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 e Progettazione UML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203911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giu–1 lug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54203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1A6B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2587752"/>
            <a:ext cx="457200" cy="347472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5877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25694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Sviluppo Core (Prenotazioni + Menu)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256946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2–8 lug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072384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6B1A6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118104"/>
            <a:ext cx="457200" cy="347472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11810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49240" y="30998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Completamento (Ordini + Feedback)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680960" y="30998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9–15 lug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60273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7A3B1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3648456"/>
            <a:ext cx="457200" cy="347472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6484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49240" y="3630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 Documentazione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80960" y="363016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16–22 lug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413308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2C3E5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00600" y="4178808"/>
            <a:ext cx="457200" cy="347472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41788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49240" y="4160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 e Demo Finale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680960" y="416052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23–27 lug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Backlog — User Stories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241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02412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1024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10241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41732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operatore, voglio selezionare graficamente il tavolo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481328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4813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141732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856232"/>
            <a:ext cx="859536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8562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185623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operatore, voglio modificare ed eliminare le prenotazioni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920240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920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2440" y="18562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295144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295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229514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gestore, voglio configurare il menu con categorie e prezzi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2359152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359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92440" y="229514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734056"/>
            <a:ext cx="859536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7340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273405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operatore, voglio creare una comanda con testo libero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2798064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27980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92440" y="273405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172968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1729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88720" y="317296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operatore, voglio aggiornare lo stato degli ordini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3236976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2369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92440" y="31729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611880"/>
            <a:ext cx="859536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6118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88720" y="361188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cliente, voglio lasciare feedback con valutazione a stelle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3675888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36758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92440" y="361188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050792"/>
            <a:ext cx="85953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0507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88720" y="405079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utente, voglio che i dati persistano dopo chiusura browser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4114800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4114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92440" y="40507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4489704"/>
            <a:ext cx="8595360" cy="40233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448970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US-08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88720" y="448970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utente, voglio navigare tra sezioni senza ricaricamento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66560" y="4553712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E67E22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0" y="45537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92440" y="44897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657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Raggiunti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22960" y="233172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1A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2450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154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Moduli CRUD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completamente funzionali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0" y="233172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1A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0" y="2450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743200" y="3154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server richiesto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233172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1A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2450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663440" y="3154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SCRUM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completati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0" y="2331720"/>
            <a:ext cx="1737360" cy="1645920"/>
          </a:xfrm>
          <a:prstGeom prst="roundRect">
            <a:avLst>
              <a:gd name="adj" fmla="val 5556"/>
            </a:avLst>
          </a:prstGeom>
          <a:solidFill>
            <a:srgbClr val="1A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0" y="245059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583680" y="3154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Persistenza dati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localStorage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371600" y="4160520"/>
            <a:ext cx="64008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 per l'attenzione  —  Demo live disponibile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RistoManager Pro — Presentazione Progetto SCRUM</dc:title>
  <dc:subject>PptxGenJS Presentation</dc:subject>
  <dc:creator>Team RistoManager</dc:creator>
  <cp:lastModifiedBy>Team RistoManager</cp:lastModifiedBy>
  <cp:revision>1</cp:revision>
  <dcterms:created xsi:type="dcterms:W3CDTF">2026-06-25T08:32:16Z</dcterms:created>
  <dcterms:modified xsi:type="dcterms:W3CDTF">2026-06-25T08:32:16Z</dcterms:modified>
</cp:coreProperties>
</file>